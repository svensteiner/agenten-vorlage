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ÜBERBLICK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Wie entsteht ein Agent?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418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Wenige Fragen, klares Manifest, sauberer Core. So wird aus einer Idee eine Vorlage, die man wiederverwenden kann.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100584" cy="42062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2651760" cy="1828800"/>
          </a:xfrm>
          <a:prstGeom prst="rect">
            <a:avLst>
              <a:gd name="adj" fmla="val 4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Fragen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Einstieg ist einfach: Was soll der Agent tun? Für wen ist er gedacht? Welche Tools braucht er?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0" y="1737360"/>
            <a:ext cx="100584" cy="4206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572768"/>
            <a:ext cx="2651760" cy="1828800"/>
          </a:xfrm>
          <a:prstGeom prst="rect">
            <a:avLst>
              <a:gd name="adj" fmla="val 4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Manifest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 den Antworten wird eine strukturierte Datei. Der Agent kann sie später direkt lesen.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100584" cy="42062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572768"/>
            <a:ext cx="2651760" cy="1828800"/>
          </a:xfrm>
          <a:prstGeom prst="rect">
            <a:avLst>
              <a:gd name="adj" fmla="val 4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Core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Context, Planner, Governance und Verifier arbeiten die Aufgabe zuverlässig ab.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0" y="1737360"/>
            <a:ext cx="100584" cy="420624"/>
          </a:xfrm>
          <a:prstGeom prst="rect">
            <a:avLst/>
          </a:prstGeom>
          <a:solidFill>
            <a:srgbClr val="79D27F"/>
          </a:solidFill>
          <a:ln w="12700">
            <a:solidFill>
              <a:srgbClr val="79D2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2288" y="1572768"/>
            <a:ext cx="2359152" cy="1828800"/>
          </a:xfrm>
          <a:prstGeom prst="rect">
            <a:avLst>
              <a:gd name="adj" fmla="val 4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Ergebnis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und Subagenten liefern das fertige Resultat.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19272" y="2487168"/>
            <a:ext cx="118872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53912" y="2487168"/>
            <a:ext cx="118872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88552" y="2487168"/>
            <a:ext cx="118872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3950208"/>
            <a:ext cx="100584" cy="420624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85616"/>
            <a:ext cx="10991088" cy="1700784"/>
          </a:xfrm>
          <a:prstGeom prst="rect">
            <a:avLst>
              <a:gd name="adj" fmla="val 4301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das wichtig ist
</a:t>
            </a:r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Nutzer soll nicht zuerst ein Handbuch verstehen müssen. Die Vorlage fragt einfach, erzeugt die Grundstruktur und bleibt trotzdem stark genug für echte Automationen.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5650992"/>
            <a:ext cx="2103120" cy="384048"/>
          </a:xfrm>
          <a:prstGeom prst="rect">
            <a:avLst>
              <a:gd name="adj" fmla="val 19048"/>
            </a:avLst>
          </a:prstGeom>
          <a:solidFill>
            <a:srgbClr val="39D0C5"/>
          </a:solidFill>
          <a:ln>
            <a:solidFill>
              <a:srgbClr val="39D0C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 starten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18688" y="5650992"/>
            <a:ext cx="2423160" cy="384048"/>
          </a:xfrm>
          <a:prstGeom prst="rect">
            <a:avLst>
              <a:gd name="adj" fmla="val 19048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sauber strukturieren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5650992"/>
            <a:ext cx="2331720" cy="384048"/>
          </a:xfrm>
          <a:prstGeom prst="rect">
            <a:avLst>
              <a:gd name="adj" fmla="val 19048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 ausführen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02752" y="5650992"/>
            <a:ext cx="2560320" cy="384048"/>
          </a:xfrm>
          <a:prstGeom prst="rect">
            <a:avLst>
              <a:gd name="adj" fmla="val 19048"/>
            </a:avLst>
          </a:prstGeom>
          <a:solidFill>
            <a:srgbClr val="79D27F"/>
          </a:solidFill>
          <a:ln>
            <a:solidFill>
              <a:srgbClr val="79D2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 wiederverwenden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282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Agenten-Vorlage: Einstieg, Struktur und Umsetzung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SCHRITT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einfachen Fragen anfangen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418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Anfänger zählt: kurze Fragen, klare Sprache, gute Defaults. Die Vorlage führt den Einstieg, ohne ihn schwer zu machen.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100584" cy="42062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3703320" cy="914400"/>
          </a:xfrm>
          <a:prstGeom prst="rect">
            <a:avLst>
              <a:gd name="adj" fmla="val 8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soll der Agent tun?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Aufgabe in einem Satz. Kein Fachjargon.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100584" cy="4206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51760"/>
            <a:ext cx="3703320" cy="914400"/>
          </a:xfrm>
          <a:prstGeom prst="rect">
            <a:avLst>
              <a:gd name="adj" fmla="val 8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wen ist er gedacht?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Kontext hilft bei Ton, Sprache und Regeln.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895344"/>
            <a:ext cx="100584" cy="42062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3703320" cy="914400"/>
          </a:xfrm>
          <a:prstGeom prst="rect">
            <a:avLst>
              <a:gd name="adj" fmla="val 80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Tools braucht er?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Zum Beispiel Excel, E-Mail, Web oder APIs.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09744" y="1737360"/>
            <a:ext cx="100584" cy="420624"/>
          </a:xfrm>
          <a:prstGeom prst="rect">
            <a:avLst/>
          </a:prstGeom>
          <a:solidFill>
            <a:srgbClr val="79D27F"/>
          </a:solidFill>
          <a:ln w="12700">
            <a:solidFill>
              <a:srgbClr val="79D2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572768"/>
            <a:ext cx="7004304" cy="3072384"/>
          </a:xfrm>
          <a:prstGeom prst="rect">
            <a:avLst>
              <a:gd name="adj" fmla="val 2381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dieser Schritt zählt
</a:t>
            </a:r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Einstieg darf sich leicht anfühlen. Wenn die ersten Fragen einfach sind, kann auch ein Anfänger die Vorlage nutzen.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Qualität bleibt trotzdem hoch, weil sinnvolle Vorgaben den Rest übernehmen.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09744" y="5047488"/>
            <a:ext cx="100584" cy="420624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4882896"/>
            <a:ext cx="7004304" cy="1042416"/>
          </a:xfrm>
          <a:prstGeom prst="rect">
            <a:avLst>
              <a:gd name="adj" fmla="val 7018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Ergebnis
</a:t>
            </a:r>
            <a:pPr indent="0" marL="0">
              <a:buNone/>
            </a:pPr>
            <a:r>
              <a:rPr lang="en-US" sz="108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 wenigen Antworten entsteht direkt ein brauchbares Projektpaket.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282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Schritt 1: Einstieg so einfach wie möglich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SCHRITT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 Manifest macht aus Antworten ein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418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Antworten werden in klare Dateien übersetzt. So kann der Agent sie wirklich lesen und die Vorlage später wiederverwenden.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100584" cy="42062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3566160" cy="3566160"/>
          </a:xfrm>
          <a:prstGeom prst="rect">
            <a:avLst>
              <a:gd name="adj" fmla="val 2051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Projektname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Ziel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Freigaben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Memory-Regeln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100584" cy="4206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572768"/>
            <a:ext cx="3566160" cy="3566160"/>
          </a:xfrm>
          <a:prstGeom prst="rect">
            <a:avLst>
              <a:gd name="adj" fmla="val 2051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SOUL.md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Grenzen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Qualitätsmaß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wichtig ist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100584" cy="42062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1572768"/>
            <a:ext cx="3364992" cy="3566160"/>
          </a:xfrm>
          <a:prstGeom prst="rect">
            <a:avLst>
              <a:gd name="adj" fmla="val 2174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das hilft
</a:t>
            </a:r>
            <a:pPr indent="0" marL="0">
              <a:buNone/>
            </a:pPr>
            <a:r>
              <a:rPr lang="en-US" sz="108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Planner bekommt Fakten statt Vermutungen.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8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Regeln liegen sichtbar in Dateien statt versteckt im Kopf.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8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Neue Projekte lassen sich viel schneller kopieren.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282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Schritt 2: Antworten werden zu Manifest und Projektsprache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SCHRITT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 Core arbeitet die Aufgabe ab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418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Kern bleibt gleich, egal ob Excel, E-Mail oder andere Automationen dahinterstecken.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783080" cy="384048"/>
          </a:xfrm>
          <a:prstGeom prst="rect">
            <a:avLst>
              <a:gd name="adj" fmla="val 19048"/>
            </a:avLst>
          </a:prstGeom>
          <a:solidFill>
            <a:srgbClr val="39D0C5"/>
          </a:solidFill>
          <a:ln>
            <a:solidFill>
              <a:srgbClr val="39D0C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16352" y="1737360"/>
            <a:ext cx="1783080" cy="384048"/>
          </a:xfrm>
          <a:prstGeom prst="rect">
            <a:avLst>
              <a:gd name="adj" fmla="val 19048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9744" y="1737360"/>
            <a:ext cx="1783080" cy="384048"/>
          </a:xfrm>
          <a:prstGeom prst="rect">
            <a:avLst>
              <a:gd name="adj" fmla="val 19048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03136" y="1737360"/>
            <a:ext cx="1783080" cy="384048"/>
          </a:xfrm>
          <a:prstGeom prst="rect">
            <a:avLst>
              <a:gd name="adj" fmla="val 19048"/>
            </a:avLst>
          </a:prstGeom>
          <a:solidFill>
            <a:srgbClr val="22A7F0"/>
          </a:solidFill>
          <a:ln>
            <a:solidFill>
              <a:srgbClr val="22A7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96528" y="1737360"/>
            <a:ext cx="1783080" cy="384048"/>
          </a:xfrm>
          <a:prstGeom prst="rect">
            <a:avLst>
              <a:gd name="adj" fmla="val 19048"/>
            </a:avLst>
          </a:prstGeom>
          <a:solidFill>
            <a:srgbClr val="79D27F"/>
          </a:solidFill>
          <a:ln>
            <a:solidFill>
              <a:srgbClr val="79D2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9920" y="1737360"/>
            <a:ext cx="576072" cy="384048"/>
          </a:xfrm>
          <a:prstGeom prst="rect">
            <a:avLst>
              <a:gd name="adj" fmla="val 19048"/>
            </a:avLst>
          </a:prstGeom>
          <a:solidFill>
            <a:srgbClr val="FF7A59"/>
          </a:solidFill>
          <a:ln>
            <a:solidFill>
              <a:srgbClr val="FF7A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15184" y="1947672"/>
            <a:ext cx="146304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08576" y="1947672"/>
            <a:ext cx="146304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01968" y="1947672"/>
            <a:ext cx="146304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1947672"/>
            <a:ext cx="146304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588752" y="1947672"/>
            <a:ext cx="146304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2706624"/>
            <a:ext cx="100584" cy="420624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542032"/>
            <a:ext cx="3611880" cy="2286000"/>
          </a:xfrm>
          <a:prstGeom prst="rect">
            <a:avLst>
              <a:gd name="adj" fmla="val 32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dieser Ablauf?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Aufgabe und Regeln zusammenbringen.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Planner: den besten Weg wählen.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nur sichere Aktionen erlauben.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26864" y="2706624"/>
            <a:ext cx="100584" cy="420624"/>
          </a:xfrm>
          <a:prstGeom prst="rect">
            <a:avLst/>
          </a:prstGeom>
          <a:solidFill>
            <a:srgbClr val="79D27F"/>
          </a:solidFill>
          <a:ln w="12700">
            <a:solidFill>
              <a:srgbClr val="79D2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2542032"/>
            <a:ext cx="3611880" cy="2286000"/>
          </a:xfrm>
          <a:prstGeom prst="rect">
            <a:avLst>
              <a:gd name="adj" fmla="val 32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danach passiert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Dispatcher: Tool oder Subagent ausführen.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Verifier: Ergebnis prüfen.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Dann erst geht es weiter.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30768" y="2706624"/>
            <a:ext cx="100584" cy="4206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2542032"/>
            <a:ext cx="3291840" cy="2286000"/>
          </a:xfrm>
          <a:prstGeom prst="rect">
            <a:avLst>
              <a:gd name="adj" fmla="val 3200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das stark ist
</a:t>
            </a:r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Weniger Fehler.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Weniger Korrekturen.</a:t>
            </a:r>
            <a:endParaRPr lang="en-US" sz="1350" dirty="0"/>
          </a:p>
          <a:p>
            <a:pPr indent="0" marL="0">
              <a:buNone/>
            </a:pPr>
            <a:r>
              <a:rPr lang="en-US" sz="103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 Vertrauen.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282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Schritt 3: der Core führt aus und prüft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Die Vorlage soll einfach sein und trotzdem stark bleiben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418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beste Einstieg ist der, den man sofort versteht. Danach sorgt die Struktur dafür, dass der Agent professionell bleibt.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92224"/>
            <a:ext cx="100584" cy="420624"/>
          </a:xfrm>
          <a:prstGeom prst="rect">
            <a:avLst/>
          </a:prstGeom>
          <a:solidFill>
            <a:srgbClr val="39D0C5"/>
          </a:solidFill>
          <a:ln w="12700">
            <a:solidFill>
              <a:srgbClr val="39D0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27632"/>
            <a:ext cx="5440680" cy="3456432"/>
          </a:xfrm>
          <a:prstGeom prst="rect">
            <a:avLst>
              <a:gd name="adj" fmla="val 2116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einfache Weg
</a:t>
            </a:r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Wenige Fragen beantworten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Manifest und SOUL erzeugen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Core und Subagenten nutzen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Ergebnis prüfen und speichern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73952" y="1792224"/>
            <a:ext cx="100584" cy="4206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27632"/>
            <a:ext cx="5212080" cy="3456432"/>
          </a:xfrm>
          <a:prstGeom prst="rect">
            <a:avLst>
              <a:gd name="adj" fmla="val 2116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das gut ist
</a:t>
            </a:r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Anfänger leicht verständlich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Teams schnell wiederholbar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Kunden sauber anpassbar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spätere Erweiterungen offen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504688"/>
            <a:ext cx="100584" cy="420624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340096"/>
            <a:ext cx="10863072" cy="822960"/>
          </a:xfrm>
          <a:prstGeom prst="rect">
            <a:avLst>
              <a:gd name="adj" fmla="val 8889"/>
            </a:avLst>
          </a:prstGeom>
          <a:solidFill>
            <a:srgbClr val="1D2230"/>
          </a:solidFill>
          <a:ln>
            <a:solidFill>
              <a:srgbClr val="2A3242"/>
            </a:solidFill>
          </a:ln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Merksatz
</a:t>
            </a:r>
            <a:pPr indent="0" marL="0">
              <a:buNone/>
            </a:pPr>
            <a:r>
              <a:rPr lang="en-US" sz="108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ein einzelner Bot, sondern ein kleines Baukastensystem für Automationen.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282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2B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Fazit: einfache Anwendung, aber starke Struktur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agenten-vorlage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 ein Agent entsteht</dc:title>
  <dc:subject>Einstieg in eine wiederverwendbare Agenten-Vorlage</dc:subject>
  <dc:creator>Codex</dc:creator>
  <cp:lastModifiedBy>Codex</cp:lastModifiedBy>
  <cp:revision>1</cp:revision>
  <dcterms:created xsi:type="dcterms:W3CDTF">2026-04-23T12:56:53Z</dcterms:created>
  <dcterms:modified xsi:type="dcterms:W3CDTF">2026-04-23T12:56:53Z</dcterms:modified>
</cp:coreProperties>
</file>